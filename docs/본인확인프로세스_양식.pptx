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A8C"/>
    <a:srgbClr val="66A2D8"/>
    <a:srgbClr val="0066FF"/>
    <a:srgbClr val="6666FF"/>
    <a:srgbClr val="7090EC"/>
    <a:srgbClr val="6BC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59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79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14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8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24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28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8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98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6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41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65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08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5142" y="357447"/>
            <a:ext cx="2380780" cy="584775"/>
          </a:xfrm>
          <a:prstGeom prst="rect">
            <a:avLst/>
          </a:prstGeom>
          <a:solidFill>
            <a:srgbClr val="66A2D8"/>
          </a:solidFill>
        </p:spPr>
        <p:txBody>
          <a:bodyPr wrap="none" rtlCol="0">
            <a:spAutoFit/>
          </a:bodyPr>
          <a:lstStyle/>
          <a:p>
            <a:r>
              <a:rPr lang="ko-KR" altLang="en-US" sz="3200" b="1" spc="-100" dirty="0" smtClean="0">
                <a:solidFill>
                  <a:schemeClr val="bg1"/>
                </a:solidFill>
              </a:rPr>
              <a:t>서비스 소개</a:t>
            </a:r>
            <a:endParaRPr lang="ko-KR" altLang="en-US" sz="3200" b="1" spc="-1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3450" y="1401289"/>
            <a:ext cx="1483743" cy="461665"/>
          </a:xfrm>
          <a:prstGeom prst="rect">
            <a:avLst/>
          </a:prstGeom>
          <a:solidFill>
            <a:srgbClr val="66A2D8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spc="-100" dirty="0" smtClean="0">
                <a:solidFill>
                  <a:schemeClr val="bg1"/>
                </a:solidFill>
              </a:rPr>
              <a:t>서비스 </a:t>
            </a:r>
            <a:r>
              <a:rPr lang="ko-KR" altLang="en-US" sz="2400" b="1" spc="-100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0627" y="3294610"/>
            <a:ext cx="1770886" cy="461665"/>
          </a:xfrm>
          <a:prstGeom prst="rect">
            <a:avLst/>
          </a:prstGeom>
          <a:solidFill>
            <a:srgbClr val="66A2D8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spc="-100" dirty="0" smtClean="0">
                <a:solidFill>
                  <a:schemeClr val="bg1"/>
                </a:solidFill>
              </a:rPr>
              <a:t>서비스 소개</a:t>
            </a:r>
            <a:endParaRPr lang="ko-KR" altLang="en-US" sz="2400" b="1" spc="-100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954357" y="847898"/>
            <a:ext cx="9237643" cy="94324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995922" y="509344"/>
            <a:ext cx="22268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600" b="1" spc="-100" dirty="0" smtClean="0">
                <a:solidFill>
                  <a:srgbClr val="66A2D8"/>
                </a:solidFill>
              </a:rPr>
              <a:t>최대한 구체적으로 작성</a:t>
            </a:r>
            <a:endParaRPr lang="ko-KR" altLang="en-US" sz="1600" b="1" spc="-100" dirty="0">
              <a:solidFill>
                <a:srgbClr val="66A2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12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142" y="357447"/>
            <a:ext cx="5841664" cy="584775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3200" b="1" spc="-100" dirty="0" smtClean="0">
                <a:solidFill>
                  <a:schemeClr val="bg1"/>
                </a:solidFill>
              </a:rPr>
              <a:t>본인확인서비스 사용 </a:t>
            </a:r>
            <a:r>
              <a:rPr lang="ko-KR" altLang="en-US" sz="3200" b="1" spc="-100" dirty="0" smtClean="0">
                <a:solidFill>
                  <a:schemeClr val="bg1"/>
                </a:solidFill>
              </a:rPr>
              <a:t>절차</a:t>
            </a:r>
            <a:r>
              <a:rPr lang="en-US" altLang="ko-KR" sz="3200" b="1" spc="-100" dirty="0" smtClean="0">
                <a:solidFill>
                  <a:schemeClr val="bg1"/>
                </a:solidFill>
              </a:rPr>
              <a:t>, </a:t>
            </a:r>
            <a:r>
              <a:rPr lang="ko-KR" altLang="en-US" sz="3200" b="1" spc="-100" dirty="0" smtClean="0">
                <a:solidFill>
                  <a:schemeClr val="bg1"/>
                </a:solidFill>
              </a:rPr>
              <a:t>이유</a:t>
            </a:r>
            <a:endParaRPr lang="ko-KR" altLang="en-US" sz="3200" b="1" spc="-100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954357" y="847898"/>
            <a:ext cx="9237643" cy="94324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504544" y="509344"/>
            <a:ext cx="236635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 b="1" spc="-100" dirty="0" smtClean="0">
                <a:solidFill>
                  <a:srgbClr val="66A2D8"/>
                </a:solidFill>
              </a:rPr>
              <a:t>Ex. </a:t>
            </a:r>
            <a:r>
              <a:rPr lang="ko-KR" altLang="en-US" sz="1600" b="1" spc="-100" dirty="0" smtClean="0">
                <a:solidFill>
                  <a:srgbClr val="66A2D8"/>
                </a:solidFill>
              </a:rPr>
              <a:t>회원가입 시 필요 등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…</a:t>
            </a:r>
            <a:endParaRPr lang="ko-KR" altLang="en-US" sz="1600" b="1" spc="-100" dirty="0">
              <a:solidFill>
                <a:srgbClr val="66A2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88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5142" y="357447"/>
            <a:ext cx="5641288" cy="584775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200" b="1" spc="-100" dirty="0" smtClean="0">
                <a:solidFill>
                  <a:schemeClr val="bg1"/>
                </a:solidFill>
              </a:rPr>
              <a:t>WEB(APP) </a:t>
            </a:r>
            <a:r>
              <a:rPr lang="ko-KR" altLang="en-US" sz="3200" b="1" spc="-100" dirty="0" smtClean="0">
                <a:solidFill>
                  <a:schemeClr val="bg1"/>
                </a:solidFill>
              </a:rPr>
              <a:t>내 </a:t>
            </a:r>
            <a:r>
              <a:rPr lang="ko-KR" altLang="en-US" sz="3200" b="1" spc="-100" dirty="0" err="1" smtClean="0">
                <a:solidFill>
                  <a:schemeClr val="bg1"/>
                </a:solidFill>
              </a:rPr>
              <a:t>사업자정보</a:t>
            </a:r>
            <a:r>
              <a:rPr lang="ko-KR" altLang="en-US" sz="3200" b="1" spc="-100" dirty="0" smtClean="0">
                <a:solidFill>
                  <a:schemeClr val="bg1"/>
                </a:solidFill>
              </a:rPr>
              <a:t> 기재</a:t>
            </a:r>
            <a:endParaRPr lang="ko-KR" altLang="en-US" sz="3200" b="1" spc="-1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2438" y="451155"/>
            <a:ext cx="534152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600" b="1" spc="-100" dirty="0" err="1" smtClean="0">
                <a:solidFill>
                  <a:srgbClr val="66A2D8"/>
                </a:solidFill>
              </a:rPr>
              <a:t>사업자정보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(</a:t>
            </a:r>
            <a:r>
              <a:rPr lang="ko-KR" altLang="en-US" sz="1600" b="1" spc="-100" dirty="0" err="1" smtClean="0">
                <a:solidFill>
                  <a:srgbClr val="66A2D8"/>
                </a:solidFill>
              </a:rPr>
              <a:t>법인명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/</a:t>
            </a:r>
            <a:r>
              <a:rPr lang="ko-KR" altLang="en-US" sz="1600" b="1" spc="-100" dirty="0" smtClean="0">
                <a:solidFill>
                  <a:srgbClr val="66A2D8"/>
                </a:solidFill>
              </a:rPr>
              <a:t>대표자명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/</a:t>
            </a:r>
            <a:r>
              <a:rPr lang="ko-KR" altLang="en-US" sz="1600" b="1" spc="-100" dirty="0" err="1" smtClean="0">
                <a:solidFill>
                  <a:srgbClr val="66A2D8"/>
                </a:solidFill>
              </a:rPr>
              <a:t>사업자번호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/</a:t>
            </a:r>
            <a:r>
              <a:rPr lang="ko-KR" altLang="en-US" sz="1600" b="1" spc="-100" dirty="0" err="1" smtClean="0">
                <a:solidFill>
                  <a:srgbClr val="66A2D8"/>
                </a:solidFill>
              </a:rPr>
              <a:t>유선번호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/</a:t>
            </a:r>
            <a:r>
              <a:rPr lang="ko-KR" altLang="en-US" sz="1600" b="1" spc="-100" dirty="0" smtClean="0">
                <a:solidFill>
                  <a:srgbClr val="66A2D8"/>
                </a:solidFill>
              </a:rPr>
              <a:t>주소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) </a:t>
            </a:r>
            <a:r>
              <a:rPr lang="ko-KR" altLang="en-US" sz="2000" b="1" spc="-100" dirty="0" smtClean="0">
                <a:solidFill>
                  <a:srgbClr val="245A8C"/>
                </a:solidFill>
              </a:rPr>
              <a:t>必</a:t>
            </a:r>
            <a:endParaRPr lang="ko-KR" altLang="en-US" sz="2000" b="1" spc="-100" dirty="0">
              <a:solidFill>
                <a:srgbClr val="66A2D8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954357" y="847898"/>
            <a:ext cx="9237643" cy="94324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64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39</Words>
  <Application>Microsoft Office PowerPoint</Application>
  <PresentationFormat>와이드스크린</PresentationFormat>
  <Paragraphs>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송미주</dc:creator>
  <cp:lastModifiedBy>이지호</cp:lastModifiedBy>
  <cp:revision>5</cp:revision>
  <dcterms:created xsi:type="dcterms:W3CDTF">2023-01-31T05:24:58Z</dcterms:created>
  <dcterms:modified xsi:type="dcterms:W3CDTF">2026-03-24T08:14:56Z</dcterms:modified>
</cp:coreProperties>
</file>