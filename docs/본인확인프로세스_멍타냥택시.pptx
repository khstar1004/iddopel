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A8C"/>
    <a:srgbClr val="66A2D8"/>
    <a:srgbClr val="0066FF"/>
    <a:srgbClr val="6666FF"/>
    <a:srgbClr val="7090EC"/>
    <a:srgbClr val="6BC4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590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79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146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81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246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28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784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985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863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414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6565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1ABB27-3B0E-4BC8-AB4E-8210CB94B5A6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58F81F-8749-440E-BC82-805197B845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7080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5142" y="357447"/>
            <a:ext cx="2380780" cy="584775"/>
          </a:xfrm>
          <a:prstGeom prst="rect">
            <a:avLst/>
          </a:prstGeom>
          <a:solidFill>
            <a:srgbClr val="66A2D8"/>
          </a:solidFill>
        </p:spPr>
        <p:txBody>
          <a:bodyPr wrap="none" rtlCol="0">
            <a:spAutoFit/>
          </a:bodyPr>
          <a:lstStyle/>
          <a:p>
            <a:r>
              <a:rPr lang="ko-KR" altLang="en-US" sz="3200" b="1" spc="-100" dirty="0" smtClean="0">
                <a:solidFill>
                  <a:schemeClr val="bg1"/>
                </a:solidFill>
              </a:rPr>
              <a:t>서비스 소개</a:t>
            </a:r>
            <a:endParaRPr lang="ko-KR" altLang="en-US" sz="3200" b="1" spc="-1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3450" y="1401289"/>
            <a:ext cx="1483743" cy="461665"/>
          </a:xfrm>
          <a:prstGeom prst="rect">
            <a:avLst/>
          </a:prstGeom>
          <a:solidFill>
            <a:srgbClr val="66A2D8"/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spc="-100" dirty="0" smtClean="0">
                <a:solidFill>
                  <a:schemeClr val="bg1"/>
                </a:solidFill>
              </a:rPr>
              <a:t>서비스 </a:t>
            </a:r>
            <a:r>
              <a:rPr lang="ko-KR" altLang="en-US" sz="2400" b="1" spc="-100" dirty="0">
                <a:solidFill>
                  <a:schemeClr val="bg1"/>
                </a:solidFill>
              </a:rPr>
              <a:t>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0627" y="3294610"/>
            <a:ext cx="1770886" cy="461665"/>
          </a:xfrm>
          <a:prstGeom prst="rect">
            <a:avLst/>
          </a:prstGeom>
          <a:solidFill>
            <a:srgbClr val="66A2D8"/>
          </a:solidFill>
        </p:spPr>
        <p:txBody>
          <a:bodyPr wrap="square" rtlCol="0">
            <a:spAutoFit/>
          </a:bodyPr>
          <a:lstStyle/>
          <a:p>
            <a:r>
              <a:rPr lang="ko-KR" altLang="en-US" sz="2400" b="1" spc="-100" dirty="0" smtClean="0">
                <a:solidFill>
                  <a:schemeClr val="bg1"/>
                </a:solidFill>
              </a:rPr>
              <a:t>서비스 소개</a:t>
            </a:r>
            <a:endParaRPr lang="ko-KR" altLang="en-US" sz="2400" b="1" spc="-100" dirty="0">
              <a:solidFill>
                <a:schemeClr val="bg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954357" y="847898"/>
            <a:ext cx="9237643" cy="94324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995922" y="509344"/>
            <a:ext cx="222689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600" b="1" spc="-100" dirty="0" smtClean="0">
                <a:solidFill>
                  <a:srgbClr val="66A2D8"/>
                </a:solidFill>
              </a:rPr>
              <a:t>최대한 구체적으로 작성</a:t>
            </a:r>
            <a:endParaRPr lang="ko-KR" altLang="en-US" sz="1600" b="1" spc="-100" dirty="0">
              <a:solidFill>
                <a:srgbClr val="66A2D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7240" y="932688"/>
            <a:ext cx="1143000" cy="384048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서비스 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609344"/>
            <a:ext cx="384048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0">
                <a:solidFill>
                  <a:srgbClr val="245D97"/>
                </a:solidFill>
                <a:latin typeface="Malgun Gothic"/>
              </a:defRPr>
            </a:pPr>
            <a:r>
              <a:t>반려동물 전용 모빌리티 플랫폼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365760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000" b="1">
                <a:solidFill>
                  <a:srgbClr val="245D97"/>
                </a:solidFill>
                <a:latin typeface="Malgun Gothic"/>
              </a:defRPr>
            </a:pPr>
            <a:r>
              <a:t>멍타냥택시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79192"/>
            <a:ext cx="1325880" cy="384048"/>
          </a:xfrm>
          <a:prstGeom prst="rect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t>서비스 소개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59436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800" b="1">
                <a:solidFill>
                  <a:srgbClr val="245D97"/>
                </a:solidFill>
                <a:latin typeface="Malgun Gothic"/>
              </a:defRPr>
            </a:pPr>
            <a:r>
              <a:t>멍타냥택시는 반려동물 운송 서비스입니다.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05072"/>
            <a:ext cx="8138160" cy="10058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0">
                <a:solidFill>
                  <a:srgbClr val="245D97"/>
                </a:solidFill>
                <a:latin typeface="Malgun Gothic"/>
              </a:defRPr>
            </a:pPr>
            <a:r>
              <a:t>고객이 반려동물 운송 예약을 요청하면,</a:t>
            </a:r>
          </a:p>
          <a:p>
            <a:pPr>
              <a:defRPr sz="1500" b="0">
                <a:solidFill>
                  <a:srgbClr val="245D97"/>
                </a:solidFill>
                <a:latin typeface="Malgun Gothic"/>
              </a:defRPr>
            </a:pPr>
            <a:r>
              <a:t>운행이 가능한 사내 드라이버를 매칭하여 운송서비스를 제공하고 있습니다.</a:t>
            </a:r>
          </a:p>
          <a:p>
            <a:pPr>
              <a:defRPr sz="1500" b="0">
                <a:solidFill>
                  <a:srgbClr val="245D97"/>
                </a:solidFill>
                <a:latin typeface="Malgun Gothic"/>
              </a:defRPr>
            </a:pPr>
            <a:r>
              <a:t>또한 반려동물 이동에 프리미엄 펫케어를 더하여 편안하고 안전한 이동을 제공하고 있습니다.</a:t>
            </a:r>
          </a:p>
        </p:txBody>
      </p:sp>
    </p:spTree>
    <p:extLst>
      <p:ext uri="{BB962C8B-B14F-4D97-AF65-F5344CB8AC3E}">
        <p14:creationId xmlns:p14="http://schemas.microsoft.com/office/powerpoint/2010/main" val="4241125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5142" y="357447"/>
            <a:ext cx="5841664" cy="584775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3200" b="1" spc="-100" dirty="0" smtClean="0">
                <a:solidFill>
                  <a:schemeClr val="bg1"/>
                </a:solidFill>
              </a:rPr>
              <a:t>본인확인서비스 사용 </a:t>
            </a:r>
            <a:r>
              <a:rPr lang="ko-KR" altLang="en-US" sz="3200" b="1" spc="-100" dirty="0" smtClean="0">
                <a:solidFill>
                  <a:schemeClr val="bg1"/>
                </a:solidFill>
              </a:rPr>
              <a:t>절차</a:t>
            </a:r>
            <a:r>
              <a:rPr lang="en-US" altLang="ko-KR" sz="3200" b="1" spc="-100" dirty="0" smtClean="0">
                <a:solidFill>
                  <a:schemeClr val="bg1"/>
                </a:solidFill>
              </a:rPr>
              <a:t>, </a:t>
            </a:r>
            <a:r>
              <a:rPr lang="ko-KR" altLang="en-US" sz="3200" b="1" spc="-100" dirty="0" smtClean="0">
                <a:solidFill>
                  <a:schemeClr val="bg1"/>
                </a:solidFill>
              </a:rPr>
              <a:t>이유</a:t>
            </a:r>
            <a:endParaRPr lang="ko-KR" altLang="en-US" sz="3200" b="1" spc="-100" dirty="0">
              <a:solidFill>
                <a:schemeClr val="bg1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954357" y="847898"/>
            <a:ext cx="9237643" cy="94324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504544" y="509344"/>
            <a:ext cx="236635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600" b="1" spc="-100" dirty="0" smtClean="0">
                <a:solidFill>
                  <a:srgbClr val="66A2D8"/>
                </a:solidFill>
              </a:rPr>
              <a:t>Ex. </a:t>
            </a:r>
            <a:r>
              <a:rPr lang="ko-KR" altLang="en-US" sz="1600" b="1" spc="-100" dirty="0" smtClean="0">
                <a:solidFill>
                  <a:srgbClr val="66A2D8"/>
                </a:solidFill>
              </a:rPr>
              <a:t>회원가입 시 필요 등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…</a:t>
            </a:r>
            <a:endParaRPr lang="ko-KR" altLang="en-US" sz="1600" b="1" spc="-100" dirty="0">
              <a:solidFill>
                <a:srgbClr val="66A2D8"/>
              </a:solidFill>
            </a:endParaRPr>
          </a:p>
        </p:txBody>
      </p:sp>
      <p:pic>
        <p:nvPicPr>
          <p:cNvPr id="6" name="Picture 5" descr="login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1024128"/>
            <a:ext cx="1444752" cy="3051230"/>
          </a:xfrm>
          <a:prstGeom prst="rect">
            <a:avLst/>
          </a:prstGeom>
        </p:spPr>
      </p:pic>
      <p:pic>
        <p:nvPicPr>
          <p:cNvPr id="7" name="Picture 6" descr="auth_entry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68" y="1024128"/>
            <a:ext cx="1444752" cy="3074172"/>
          </a:xfrm>
          <a:prstGeom prst="rect">
            <a:avLst/>
          </a:prstGeom>
        </p:spPr>
      </p:pic>
      <p:pic>
        <p:nvPicPr>
          <p:cNvPr id="8" name="Picture 7" descr="auth_form_ph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1024128"/>
            <a:ext cx="1444752" cy="30974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4440" y="4636008"/>
            <a:ext cx="7772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245D97"/>
                </a:solidFill>
                <a:latin typeface="Malgun Gothic"/>
              </a:defRPr>
            </a:pPr>
            <a:r>
              <a:t>•  어플리케이션 첫 진입시 로그인/회원가입 선택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074920"/>
            <a:ext cx="8961120" cy="38404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245D97"/>
                </a:solidFill>
                <a:latin typeface="Malgun Gothic"/>
              </a:defRPr>
            </a:pPr>
            <a:r>
              <a:t>•  본인인증 버튼 클릭 시, 본인 확인을 위해 다날의 본인인증서비스가 필요</a:t>
            </a:r>
          </a:p>
        </p:txBody>
      </p:sp>
    </p:spTree>
    <p:extLst>
      <p:ext uri="{BB962C8B-B14F-4D97-AF65-F5344CB8AC3E}">
        <p14:creationId xmlns:p14="http://schemas.microsoft.com/office/powerpoint/2010/main" val="185688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15142" y="357447"/>
            <a:ext cx="5641288" cy="584775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3200" b="1" spc="-100" dirty="0" smtClean="0">
                <a:solidFill>
                  <a:schemeClr val="bg1"/>
                </a:solidFill>
              </a:rPr>
              <a:t>WEB(APP) </a:t>
            </a:r>
            <a:r>
              <a:rPr lang="ko-KR" altLang="en-US" sz="3200" b="1" spc="-100" dirty="0" smtClean="0">
                <a:solidFill>
                  <a:schemeClr val="bg1"/>
                </a:solidFill>
              </a:rPr>
              <a:t>내 </a:t>
            </a:r>
            <a:r>
              <a:rPr lang="ko-KR" altLang="en-US" sz="3200" b="1" spc="-100" dirty="0" err="1" smtClean="0">
                <a:solidFill>
                  <a:schemeClr val="bg1"/>
                </a:solidFill>
              </a:rPr>
              <a:t>사업자정보</a:t>
            </a:r>
            <a:r>
              <a:rPr lang="ko-KR" altLang="en-US" sz="3200" b="1" spc="-100" dirty="0" smtClean="0">
                <a:solidFill>
                  <a:schemeClr val="bg1"/>
                </a:solidFill>
              </a:rPr>
              <a:t> 기재</a:t>
            </a:r>
            <a:endParaRPr lang="ko-KR" altLang="en-US" sz="3200" b="1" spc="-1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2438" y="451155"/>
            <a:ext cx="534152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600" b="1" spc="-100" dirty="0" err="1" smtClean="0">
                <a:solidFill>
                  <a:srgbClr val="66A2D8"/>
                </a:solidFill>
              </a:rPr>
              <a:t>사업자정보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(</a:t>
            </a:r>
            <a:r>
              <a:rPr lang="ko-KR" altLang="en-US" sz="1600" b="1" spc="-100" dirty="0" err="1" smtClean="0">
                <a:solidFill>
                  <a:srgbClr val="66A2D8"/>
                </a:solidFill>
              </a:rPr>
              <a:t>법인명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/</a:t>
            </a:r>
            <a:r>
              <a:rPr lang="ko-KR" altLang="en-US" sz="1600" b="1" spc="-100" dirty="0" smtClean="0">
                <a:solidFill>
                  <a:srgbClr val="66A2D8"/>
                </a:solidFill>
              </a:rPr>
              <a:t>대표자명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/</a:t>
            </a:r>
            <a:r>
              <a:rPr lang="ko-KR" altLang="en-US" sz="1600" b="1" spc="-100" dirty="0" err="1" smtClean="0">
                <a:solidFill>
                  <a:srgbClr val="66A2D8"/>
                </a:solidFill>
              </a:rPr>
              <a:t>사업자번호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/</a:t>
            </a:r>
            <a:r>
              <a:rPr lang="ko-KR" altLang="en-US" sz="1600" b="1" spc="-100" dirty="0" err="1" smtClean="0">
                <a:solidFill>
                  <a:srgbClr val="66A2D8"/>
                </a:solidFill>
              </a:rPr>
              <a:t>유선번호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/</a:t>
            </a:r>
            <a:r>
              <a:rPr lang="ko-KR" altLang="en-US" sz="1600" b="1" spc="-100" dirty="0" smtClean="0">
                <a:solidFill>
                  <a:srgbClr val="66A2D8"/>
                </a:solidFill>
              </a:rPr>
              <a:t>주소</a:t>
            </a:r>
            <a:r>
              <a:rPr lang="en-US" altLang="ko-KR" sz="1600" b="1" spc="-100" dirty="0" smtClean="0">
                <a:solidFill>
                  <a:srgbClr val="66A2D8"/>
                </a:solidFill>
              </a:rPr>
              <a:t>) </a:t>
            </a:r>
            <a:r>
              <a:rPr lang="ko-KR" altLang="en-US" sz="2000" b="1" spc="-100" dirty="0" smtClean="0">
                <a:solidFill>
                  <a:srgbClr val="245A8C"/>
                </a:solidFill>
              </a:rPr>
              <a:t>必</a:t>
            </a:r>
            <a:endParaRPr lang="ko-KR" altLang="en-US" sz="2000" b="1" spc="-100" dirty="0">
              <a:solidFill>
                <a:srgbClr val="66A2D8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954357" y="847898"/>
            <a:ext cx="9237643" cy="94324"/>
          </a:xfrm>
          <a:prstGeom prst="rect">
            <a:avLst/>
          </a:prstGeom>
          <a:solidFill>
            <a:srgbClr val="66A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5" descr="home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51560"/>
            <a:ext cx="1874519" cy="4415283"/>
          </a:xfrm>
          <a:prstGeom prst="rect">
            <a:avLst/>
          </a:prstGeom>
        </p:spPr>
      </p:pic>
      <p:pic>
        <p:nvPicPr>
          <p:cNvPr id="7" name="Picture 6" descr="settings_ph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504" y="1051560"/>
            <a:ext cx="1874519" cy="44152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0" y="1143000"/>
            <a:ext cx="3566160" cy="1847088"/>
          </a:xfrm>
          <a:prstGeom prst="rect">
            <a:avLst/>
          </a:prstGeom>
          <a:solidFill>
            <a:srgbClr val="FAFAFA"/>
          </a:solidFill>
          <a:ln w="25400">
            <a:solidFill>
              <a:srgbClr val="64A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9552" y="1298448"/>
            <a:ext cx="3419856" cy="1508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주식회사 뉴플러스기획</a:t>
            </a: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대표 : 임재린  |  사업자등록번호 : 864-81-01703</a:t>
            </a: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고객센터 : 카카오톡 ‘멍타냥택시’ | 02-6080-0920</a:t>
            </a: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E-Mail : help@mntx.co.kr</a:t>
            </a: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</a:p>
          <a:p>
            <a:pPr>
              <a:defRPr sz="919" b="0">
                <a:solidFill>
                  <a:srgbClr val="787E87"/>
                </a:solidFill>
                <a:latin typeface="Malgun Gothic"/>
              </a:defRPr>
            </a:pPr>
            <a:r>
              <a:t>서울특별시 강남구 강남대로 570, 7층 (논현동)</a:t>
            </a:r>
          </a:p>
        </p:txBody>
      </p:sp>
      <p:sp>
        <p:nvSpPr>
          <p:cNvPr id="10" name="Right Arrow 9"/>
          <p:cNvSpPr/>
          <p:nvPr/>
        </p:nvSpPr>
        <p:spPr>
          <a:xfrm rot="18900000">
            <a:off x="4709160" y="3063240"/>
            <a:ext cx="914400" cy="347472"/>
          </a:xfrm>
          <a:prstGeom prst="rightArrow">
            <a:avLst/>
          </a:prstGeom>
          <a:solidFill>
            <a:srgbClr val="64A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0992" y="3977639"/>
            <a:ext cx="393192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245D97"/>
                </a:solidFill>
                <a:latin typeface="Malgun Gothic"/>
              </a:defRPr>
            </a:pPr>
            <a:r>
              <a:t>사업자정보의 경우</a:t>
            </a:r>
          </a:p>
          <a:p>
            <a:pPr>
              <a:defRPr sz="1700" b="1">
                <a:solidFill>
                  <a:srgbClr val="245D97"/>
                </a:solidFill>
                <a:latin typeface="Malgun Gothic"/>
              </a:defRPr>
            </a:pPr>
            <a:r>
              <a:t>메인화면 설정-&gt;최하단에서 확인 가능합니다.</a:t>
            </a:r>
          </a:p>
        </p:txBody>
      </p:sp>
    </p:spTree>
    <p:extLst>
      <p:ext uri="{BB962C8B-B14F-4D97-AF65-F5344CB8AC3E}">
        <p14:creationId xmlns:p14="http://schemas.microsoft.com/office/powerpoint/2010/main" val="1798647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39</Words>
  <Application>Microsoft Office PowerPoint</Application>
  <PresentationFormat>와이드스크린</PresentationFormat>
  <Paragraphs>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송미주</dc:creator>
  <cp:lastModifiedBy>이지호</cp:lastModifiedBy>
  <cp:revision>5</cp:revision>
  <dcterms:created xsi:type="dcterms:W3CDTF">2023-01-31T05:24:58Z</dcterms:created>
  <dcterms:modified xsi:type="dcterms:W3CDTF">2026-03-24T08:14:56Z</dcterms:modified>
</cp:coreProperties>
</file>