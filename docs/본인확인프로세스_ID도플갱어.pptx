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A8C"/>
    <a:srgbClr val="66A2D8"/>
    <a:srgbClr val="0066FF"/>
    <a:srgbClr val="6666FF"/>
    <a:srgbClr val="7090EC"/>
    <a:srgbClr val="6BC4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590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790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146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81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246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28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843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985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863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414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656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ABB27-3B0E-4BC8-AB4E-8210CB94B5A6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08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" y="347472"/>
            <a:ext cx="2240280" cy="457200"/>
          </a:xfrm>
          <a:prstGeom prst="rect">
            <a:avLst/>
          </a:prstGeom>
          <a:solidFill>
            <a:srgbClr val="64A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서비스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7440" y="438912"/>
            <a:ext cx="43891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1">
                <a:solidFill>
                  <a:srgbClr val="64A3DE"/>
                </a:solidFill>
                <a:latin typeface="Malgun Gothic"/>
              </a:defRPr>
            </a:pPr>
            <a:r>
              <a:t>최대한 구체적으로 작성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2715768" y="685800"/>
            <a:ext cx="8988552" cy="54864"/>
          </a:xfrm>
          <a:prstGeom prst="rect">
            <a:avLst/>
          </a:prstGeom>
          <a:solidFill>
            <a:srgbClr val="64A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39" y="932688"/>
            <a:ext cx="1376413" cy="384048"/>
          </a:xfrm>
          <a:prstGeom prst="rect">
            <a:avLst/>
          </a:prstGeom>
          <a:solidFill>
            <a:srgbClr val="64A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서비스</a:t>
            </a:r>
            <a:r>
              <a:rPr dirty="0"/>
              <a:t> 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39" y="1399032"/>
            <a:ext cx="45720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0">
                <a:solidFill>
                  <a:srgbClr val="245D97"/>
                </a:solidFill>
                <a:latin typeface="Malgun Gothic"/>
              </a:defRPr>
            </a:pPr>
            <a:r>
              <a:rPr dirty="0" err="1"/>
              <a:t>공개</a:t>
            </a:r>
            <a:r>
              <a:rPr dirty="0"/>
              <a:t> </a:t>
            </a:r>
            <a:r>
              <a:rPr dirty="0" err="1"/>
              <a:t>아이디</a:t>
            </a:r>
            <a:r>
              <a:rPr dirty="0"/>
              <a:t> </a:t>
            </a:r>
            <a:r>
              <a:rPr dirty="0" err="1"/>
              <a:t>흔적</a:t>
            </a:r>
            <a:r>
              <a:rPr dirty="0"/>
              <a:t> </a:t>
            </a:r>
            <a:r>
              <a:rPr dirty="0" err="1"/>
              <a:t>점검</a:t>
            </a:r>
            <a:r>
              <a:rPr dirty="0"/>
              <a:t> 및 </a:t>
            </a:r>
            <a:r>
              <a:rPr dirty="0" err="1"/>
              <a:t>리포트</a:t>
            </a:r>
            <a:r>
              <a:rPr dirty="0"/>
              <a:t> </a:t>
            </a:r>
            <a:r>
              <a:rPr dirty="0" err="1"/>
              <a:t>서비스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77239" y="1728216"/>
            <a:ext cx="365760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000" b="1">
                <a:solidFill>
                  <a:srgbClr val="245D97"/>
                </a:solidFill>
                <a:latin typeface="Malgun Gothic"/>
              </a:defRPr>
            </a:pPr>
            <a:r>
              <a:rPr dirty="0"/>
              <a:t>ID </a:t>
            </a:r>
            <a:r>
              <a:rPr dirty="0" err="1"/>
              <a:t>도플갱어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777239" y="2249424"/>
            <a:ext cx="1600200" cy="384048"/>
          </a:xfrm>
          <a:prstGeom prst="rect">
            <a:avLst/>
          </a:prstGeom>
          <a:solidFill>
            <a:srgbClr val="64A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소개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22960" y="2770632"/>
            <a:ext cx="65836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800" b="1">
                <a:solidFill>
                  <a:srgbClr val="245D97"/>
                </a:solidFill>
                <a:latin typeface="Malgun Gothic"/>
              </a:defRPr>
            </a:pPr>
            <a:r>
              <a:rPr dirty="0"/>
              <a:t>ID </a:t>
            </a:r>
            <a:r>
              <a:rPr dirty="0" err="1"/>
              <a:t>도플갱어는</a:t>
            </a:r>
            <a:r>
              <a:rPr dirty="0"/>
              <a:t> </a:t>
            </a:r>
            <a:r>
              <a:rPr dirty="0" err="1"/>
              <a:t>공개</a:t>
            </a:r>
            <a:r>
              <a:rPr dirty="0"/>
              <a:t> username </a:t>
            </a:r>
            <a:r>
              <a:rPr dirty="0" err="1"/>
              <a:t>흔적</a:t>
            </a:r>
            <a:r>
              <a:rPr dirty="0"/>
              <a:t> </a:t>
            </a:r>
            <a:r>
              <a:rPr dirty="0" err="1"/>
              <a:t>점검</a:t>
            </a:r>
            <a:r>
              <a:rPr dirty="0"/>
              <a:t> </a:t>
            </a:r>
            <a:r>
              <a:rPr dirty="0" err="1"/>
              <a:t>서비스입니다</a:t>
            </a:r>
            <a:r>
              <a:rPr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" y="3310128"/>
            <a:ext cx="813816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0">
                <a:solidFill>
                  <a:srgbClr val="245D97"/>
                </a:solidFill>
                <a:latin typeface="Malgun Gothic"/>
              </a:defRPr>
            </a:pPr>
            <a:r>
              <a:rPr dirty="0" err="1"/>
              <a:t>고객이</a:t>
            </a:r>
            <a:r>
              <a:rPr dirty="0"/>
              <a:t> </a:t>
            </a:r>
            <a:r>
              <a:rPr dirty="0" err="1"/>
              <a:t>본인</a:t>
            </a:r>
            <a:r>
              <a:rPr dirty="0"/>
              <a:t> </a:t>
            </a:r>
            <a:r>
              <a:rPr dirty="0" err="1"/>
              <a:t>아이디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 </a:t>
            </a:r>
            <a:r>
              <a:rPr dirty="0" err="1"/>
              <a:t>예정</a:t>
            </a:r>
            <a:r>
              <a:rPr dirty="0"/>
              <a:t> </a:t>
            </a:r>
            <a:r>
              <a:rPr dirty="0" err="1"/>
              <a:t>닉네임을</a:t>
            </a:r>
            <a:r>
              <a:rPr dirty="0"/>
              <a:t> </a:t>
            </a:r>
            <a:r>
              <a:rPr dirty="0" err="1"/>
              <a:t>입력하면</a:t>
            </a:r>
            <a:r>
              <a:rPr dirty="0"/>
              <a:t>,</a:t>
            </a:r>
          </a:p>
          <a:p>
            <a:pPr>
              <a:defRPr sz="1500" b="0">
                <a:solidFill>
                  <a:srgbClr val="245D97"/>
                </a:solidFill>
                <a:latin typeface="Malgun Gothic"/>
              </a:defRPr>
            </a:pPr>
            <a:r>
              <a:rPr dirty="0" err="1"/>
              <a:t>공개</a:t>
            </a:r>
            <a:r>
              <a:rPr dirty="0"/>
              <a:t> </a:t>
            </a:r>
            <a:r>
              <a:rPr dirty="0" err="1"/>
              <a:t>플랫폼에</a:t>
            </a:r>
            <a:r>
              <a:rPr dirty="0"/>
              <a:t> </a:t>
            </a:r>
            <a:r>
              <a:rPr dirty="0" err="1"/>
              <a:t>남아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username </a:t>
            </a:r>
            <a:r>
              <a:rPr dirty="0" err="1"/>
              <a:t>사용</a:t>
            </a:r>
            <a:r>
              <a:rPr dirty="0"/>
              <a:t> </a:t>
            </a:r>
            <a:r>
              <a:rPr dirty="0" err="1"/>
              <a:t>흔적을</a:t>
            </a:r>
            <a:r>
              <a:rPr dirty="0"/>
              <a:t> </a:t>
            </a:r>
            <a:r>
              <a:rPr dirty="0" err="1"/>
              <a:t>점검하고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제공합니다</a:t>
            </a:r>
            <a:r>
              <a:rPr dirty="0"/>
              <a:t>.</a:t>
            </a:r>
          </a:p>
          <a:p>
            <a:pPr>
              <a:defRPr sz="1500" b="0">
                <a:solidFill>
                  <a:srgbClr val="245D97"/>
                </a:solidFill>
                <a:latin typeface="Malgun Gothic"/>
              </a:defRPr>
            </a:pP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리포트</a:t>
            </a:r>
            <a:r>
              <a:rPr dirty="0"/>
              <a:t> </a:t>
            </a:r>
            <a:r>
              <a:rPr dirty="0" err="1"/>
              <a:t>결제</a:t>
            </a:r>
            <a:r>
              <a:rPr dirty="0"/>
              <a:t> 및 </a:t>
            </a:r>
            <a:r>
              <a:rPr dirty="0" err="1"/>
              <a:t>리포트</a:t>
            </a:r>
            <a:r>
              <a:rPr dirty="0"/>
              <a:t> </a:t>
            </a:r>
            <a:r>
              <a:rPr dirty="0" err="1"/>
              <a:t>조회</a:t>
            </a:r>
            <a:r>
              <a:rPr dirty="0"/>
              <a:t> 등 </a:t>
            </a:r>
            <a:r>
              <a:rPr dirty="0" err="1"/>
              <a:t>유료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dirty="0" err="1"/>
              <a:t>이용</a:t>
            </a:r>
            <a:r>
              <a:rPr dirty="0"/>
              <a:t> 시 </a:t>
            </a:r>
            <a:r>
              <a:rPr dirty="0" err="1"/>
              <a:t>안전한</a:t>
            </a:r>
            <a:r>
              <a:rPr dirty="0"/>
              <a:t> </a:t>
            </a:r>
            <a:r>
              <a:rPr dirty="0" err="1"/>
              <a:t>본인</a:t>
            </a:r>
            <a:r>
              <a:rPr dirty="0"/>
              <a:t> </a:t>
            </a:r>
            <a:r>
              <a:rPr dirty="0" err="1"/>
              <a:t>확인을</a:t>
            </a:r>
            <a:r>
              <a:rPr dirty="0"/>
              <a:t> </a:t>
            </a:r>
            <a:r>
              <a:rPr dirty="0" err="1"/>
              <a:t>위해</a:t>
            </a:r>
            <a:r>
              <a:rPr dirty="0"/>
              <a:t> </a:t>
            </a:r>
            <a:r>
              <a:rPr dirty="0" err="1"/>
              <a:t>본인확인서비스를</a:t>
            </a:r>
            <a:r>
              <a:rPr dirty="0"/>
              <a:t> </a:t>
            </a:r>
            <a:r>
              <a:rPr dirty="0" err="1"/>
              <a:t>사용합니다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1125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" y="347472"/>
            <a:ext cx="4892040" cy="457200"/>
          </a:xfrm>
          <a:prstGeom prst="rect">
            <a:avLst/>
          </a:prstGeom>
          <a:solidFill>
            <a:srgbClr val="64A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본인확인서비스 사용 절차,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0912" y="438912"/>
            <a:ext cx="43891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1">
                <a:solidFill>
                  <a:srgbClr val="64A3DE"/>
                </a:solidFill>
                <a:latin typeface="Malgun Gothic"/>
              </a:defRPr>
            </a:pPr>
            <a:r>
              <a:t>Ex. 결제 리포트 조회 시 필요 등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7527" y="685800"/>
            <a:ext cx="6336792" cy="54864"/>
          </a:xfrm>
          <a:prstGeom prst="rect">
            <a:avLst/>
          </a:prstGeom>
          <a:solidFill>
            <a:srgbClr val="64A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phone-6.7-01-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950976"/>
            <a:ext cx="1624237" cy="3520440"/>
          </a:xfrm>
          <a:prstGeom prst="rect">
            <a:avLst/>
          </a:prstGeom>
        </p:spPr>
      </p:pic>
      <p:pic>
        <p:nvPicPr>
          <p:cNvPr id="6" name="Picture 5" descr="iphone-6.7-02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950976"/>
            <a:ext cx="1624237" cy="3520440"/>
          </a:xfrm>
          <a:prstGeom prst="rect">
            <a:avLst/>
          </a:prstGeom>
        </p:spPr>
      </p:pic>
      <p:pic>
        <p:nvPicPr>
          <p:cNvPr id="7" name="Picture 6" descr="iphone-6.7-03-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950976"/>
            <a:ext cx="1624237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4645152"/>
            <a:ext cx="93268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45D97"/>
                </a:solidFill>
                <a:latin typeface="Malgun Gothic"/>
              </a:defRPr>
            </a:pPr>
            <a:r>
              <a:t>•  사용자가 ID 도플갱어에서 아이디를 입력하고 공개 사용 흔적을 점검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074920"/>
            <a:ext cx="97840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45D97"/>
                </a:solidFill>
                <a:latin typeface="Malgun Gothic"/>
              </a:defRPr>
            </a:pPr>
            <a:r>
              <a:t>•  상세 리포트 결제/조회 또는 계정성 기능 이용 시, 이용자 본인 확인을 위해 다날 본인확인서비스가 필요</a:t>
            </a:r>
          </a:p>
        </p:txBody>
      </p:sp>
    </p:spTree>
    <p:extLst>
      <p:ext uri="{BB962C8B-B14F-4D97-AF65-F5344CB8AC3E}">
        <p14:creationId xmlns:p14="http://schemas.microsoft.com/office/powerpoint/2010/main" val="1856883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" y="347472"/>
            <a:ext cx="4892040" cy="457200"/>
          </a:xfrm>
          <a:prstGeom prst="rect">
            <a:avLst/>
          </a:prstGeom>
          <a:solidFill>
            <a:srgbClr val="64A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WEB(APP) 내 사업자정보 기재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0912" y="438912"/>
            <a:ext cx="43891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1">
                <a:solidFill>
                  <a:srgbClr val="64A3DE"/>
                </a:solidFill>
                <a:latin typeface="Malgun Gothic"/>
              </a:defRPr>
            </a:pPr>
            <a:r>
              <a:t>사업자정보(법인명/대표자명/사업자번호/유선번호/주소) 必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7527" y="685800"/>
            <a:ext cx="6336792" cy="54864"/>
          </a:xfrm>
          <a:prstGeom prst="rect">
            <a:avLst/>
          </a:prstGeom>
          <a:solidFill>
            <a:srgbClr val="64A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phone-6.7-01-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024128"/>
            <a:ext cx="1666425" cy="3611880"/>
          </a:xfrm>
          <a:prstGeom prst="rect">
            <a:avLst/>
          </a:prstGeom>
        </p:spPr>
      </p:pic>
      <p:pic>
        <p:nvPicPr>
          <p:cNvPr id="6" name="Picture 5" descr="iphone-6.7-02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1024128"/>
            <a:ext cx="1666425" cy="3611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0" y="1143000"/>
            <a:ext cx="3566160" cy="1847088"/>
          </a:xfrm>
          <a:prstGeom prst="rect">
            <a:avLst/>
          </a:prstGeom>
          <a:solidFill>
            <a:srgbClr val="FAFAFA"/>
          </a:solidFill>
          <a:ln w="25400">
            <a:solidFill>
              <a:srgbClr val="64A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59552" y="1298448"/>
            <a:ext cx="3419856" cy="1508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19" b="0">
                <a:solidFill>
                  <a:srgbClr val="787E87"/>
                </a:solidFill>
                <a:latin typeface="Malgun Gothic"/>
              </a:defRPr>
            </a:pPr>
            <a:r>
              <a:t>상호 : 아직</a:t>
            </a:r>
          </a:p>
          <a:p>
            <a:pPr>
              <a:defRPr sz="919" b="0">
                <a:solidFill>
                  <a:srgbClr val="787E87"/>
                </a:solidFill>
                <a:latin typeface="Malgun Gothic"/>
              </a:defRPr>
            </a:pPr>
            <a:endParaRPr/>
          </a:p>
          <a:p>
            <a:pPr>
              <a:defRPr sz="919" b="0">
                <a:solidFill>
                  <a:srgbClr val="787E87"/>
                </a:solidFill>
                <a:latin typeface="Malgun Gothic"/>
              </a:defRPr>
            </a:pPr>
            <a:r>
              <a:t>대표자명 : 임관훈  |  사업자등록번호 : 822-26-01904</a:t>
            </a:r>
          </a:p>
          <a:p>
            <a:pPr>
              <a:defRPr sz="919" b="0">
                <a:solidFill>
                  <a:srgbClr val="787E87"/>
                </a:solidFill>
                <a:latin typeface="Malgun Gothic"/>
              </a:defRPr>
            </a:pPr>
            <a:r>
              <a:t>전화번호 : 0507-1330-8289</a:t>
            </a:r>
          </a:p>
          <a:p>
            <a:pPr>
              <a:defRPr sz="919" b="0">
                <a:solidFill>
                  <a:srgbClr val="787E87"/>
                </a:solidFill>
                <a:latin typeface="Malgun Gothic"/>
              </a:defRPr>
            </a:pPr>
            <a:r>
              <a:t>고객센터 : azicteam@gmail.com</a:t>
            </a:r>
          </a:p>
          <a:p>
            <a:pPr>
              <a:defRPr sz="919" b="0">
                <a:solidFill>
                  <a:srgbClr val="787E87"/>
                </a:solidFill>
                <a:latin typeface="Malgun Gothic"/>
              </a:defRPr>
            </a:pPr>
            <a:endParaRPr/>
          </a:p>
          <a:p>
            <a:pPr>
              <a:defRPr sz="919" b="0">
                <a:solidFill>
                  <a:srgbClr val="787E87"/>
                </a:solidFill>
                <a:latin typeface="Malgun Gothic"/>
              </a:defRPr>
            </a:pPr>
            <a:r>
              <a:t>주소 : 경기도 용인시 기흥구 사은로126번길 10,</a:t>
            </a:r>
          </a:p>
          <a:p>
            <a:pPr>
              <a:defRPr sz="919" b="0">
                <a:solidFill>
                  <a:srgbClr val="787E87"/>
                </a:solidFill>
                <a:latin typeface="Malgun Gothic"/>
              </a:defRPr>
            </a:pPr>
            <a:r>
              <a:t>103동 1701호(보라동, 민속마을쌍용아파트)</a:t>
            </a:r>
          </a:p>
        </p:txBody>
      </p:sp>
      <p:sp>
        <p:nvSpPr>
          <p:cNvPr id="9" name="Right Arrow 8"/>
          <p:cNvSpPr/>
          <p:nvPr/>
        </p:nvSpPr>
        <p:spPr>
          <a:xfrm rot="18900000">
            <a:off x="4709160" y="3063240"/>
            <a:ext cx="914400" cy="347472"/>
          </a:xfrm>
          <a:prstGeom prst="rightArrow">
            <a:avLst/>
          </a:prstGeom>
          <a:solidFill>
            <a:srgbClr val="64A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50992" y="3977639"/>
            <a:ext cx="3977639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700" b="1">
                <a:solidFill>
                  <a:srgbClr val="245D97"/>
                </a:solidFill>
                <a:latin typeface="Malgun Gothic"/>
              </a:defRPr>
            </a:pPr>
            <a:r>
              <a:t>사업자정보의 경우</a:t>
            </a:r>
          </a:p>
          <a:p>
            <a:pPr>
              <a:defRPr sz="1700" b="1">
                <a:solidFill>
                  <a:srgbClr val="245D97"/>
                </a:solidFill>
                <a:latin typeface="Malgun Gothic"/>
              </a:defRPr>
            </a:pPr>
            <a:r>
              <a:t>서비스 화면 하단 사업자정보 영역에서 확인 가능합니다.</a:t>
            </a:r>
          </a:p>
        </p:txBody>
      </p:sp>
    </p:spTree>
    <p:extLst>
      <p:ext uri="{BB962C8B-B14F-4D97-AF65-F5344CB8AC3E}">
        <p14:creationId xmlns:p14="http://schemas.microsoft.com/office/powerpoint/2010/main" val="1798647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175</Words>
  <Application>Microsoft Office PowerPoint</Application>
  <PresentationFormat>와이드스크린</PresentationFormat>
  <Paragraphs>26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송미주</dc:creator>
  <cp:lastModifiedBy>임관훈</cp:lastModifiedBy>
  <cp:revision>6</cp:revision>
  <dcterms:created xsi:type="dcterms:W3CDTF">2023-01-31T05:24:58Z</dcterms:created>
  <dcterms:modified xsi:type="dcterms:W3CDTF">2026-06-17T07:14:45Z</dcterms:modified>
</cp:coreProperties>
</file>